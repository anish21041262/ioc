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4B85-0E82-4285-974A-7FE991C6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DE3FB-F5C4-4A87-A1A6-0E0C2493E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C54B-154F-4A50-AC8C-DB38A234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34FC9-2097-4409-BD75-2AA48C48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B9156-C16A-44C8-88DD-A2165281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9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FE74-D90D-4217-9B0A-639C32D7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F677C-CE73-49D1-8BEE-E664C394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42237-E929-43F1-934F-B64E3ABA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D1F3B-43D2-44A7-B30D-8B73A17A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777DD-1106-4436-A6C5-51593A66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28CB-FA8A-4A0B-86A2-7608ADAC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03843-31D5-458C-94D2-4E15ED01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E46F4-9BB9-4A45-A4AA-44762E4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5F224-AC85-4E23-8291-12B64D9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F258-209D-4DB5-A0A6-45499850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C2B3-1168-424A-8314-16D729D8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61E25-5551-4CD2-9D4D-E4530DC6C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DCBA6-F758-4C55-B675-E25612114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A05EC-2B3C-4638-997D-9EE0B62C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94F9F-B5BA-4D96-AD38-453FEC89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F84E6-91A6-49C7-9020-CC03D62D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53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E2BE-83E5-4333-8AED-7A329785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727EF-3ED6-4873-A040-16EB7B178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C7F30-F81D-4238-9FF6-C6AD3D7C0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DD4D5-F1D3-42E1-97E7-9AA165965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63F2E-2BD0-4B28-A301-031E4159D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13D34-85FC-42C1-9AD1-7227E10F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9A338-1040-49B4-BD04-FD89C049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DDBB0-75FB-4803-81D6-0C34944B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2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359A-8875-46AC-8EBE-49F2FB90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FFA3F-4068-4E55-9AA7-8BDBFF1E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C73C5-AA0A-4D3A-9700-0C5FD721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3E1A8-5A8C-4C6D-BA39-69F86DA7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E6DA-AEE1-4D2E-B9D8-96BC509F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B450E-F2DC-451E-9941-93927CD4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AAB61-5078-4006-8994-8086D048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2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1A78-F5AC-4014-991E-E48CAAD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0695-D0F5-4E2A-A88F-7DBBEF6E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D4CF3-929D-4BDF-AC83-A86B6D171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7B1F4-E66D-4B0F-8B04-BE477F04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E4967-058B-4CED-83F9-D71FBC4C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1B095-3DDE-44D7-A66F-D4809835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1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D270-DC66-4CA5-9ED8-BE973C769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AEB62-5752-485D-A524-D58C99350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6EE60-0C64-4F56-B007-F330E257D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EA604-FFCC-4CD5-9275-EB4879CF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BCC30-A570-43EE-92E8-15989484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DC9DC-2342-4D8C-87B1-E9C9301A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FE94-5CEF-4E98-9808-DBCA76CF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334EA-6AF0-4286-B56E-5A1FAFD00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A411-3425-469C-AFB3-3E027C06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B3E7C-BAF7-4DD6-906B-DF7E4D25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D2E12-39CE-420A-A5D2-EDF5BCED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5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67F7B-A901-495C-BAFF-260EB12FF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E782E-9289-4A62-9563-9E030D8BA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7205-4275-443C-8AA9-B732EC60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83277-E7A2-4ABB-A7BA-8E966C0C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98F77-7577-44CD-86E3-A343C617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4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F7FD3-224B-4F3C-BB62-DF58CC7A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B6BD-16FC-42D0-9C52-AE1462437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9073-1660-42AA-8B1C-09BD1685E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D902C-C90E-4A96-A4AF-9A237C29286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515F7-B3C1-4626-AADE-90D6A5126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AC83-BF1C-4010-8B9F-F75FFD463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E00C8-1174-4B77-8777-2EE0C5A7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7CD2-5591-4556-B780-564EF419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5276"/>
            <a:ext cx="11677650" cy="609599"/>
          </a:xfrm>
        </p:spPr>
        <p:txBody>
          <a:bodyPr>
            <a:normAutofit fontScale="90000"/>
          </a:bodyPr>
          <a:lstStyle/>
          <a:p>
            <a:r>
              <a:rPr lang="en-US" dirty="0"/>
              <a:t>Threat Intelligence </a:t>
            </a:r>
            <a:r>
              <a:rPr lang="en-US" dirty="0" err="1"/>
              <a:t>Brandefense</a:t>
            </a:r>
            <a:r>
              <a:rPr lang="en-US" dirty="0"/>
              <a:t>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9DE14-1607-47DC-BFA3-3C930A4C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8" y="1015943"/>
            <a:ext cx="1898712" cy="181621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0FB315-00B1-4738-BD66-1A349E26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4" y="1015943"/>
            <a:ext cx="2009775" cy="174630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CFF23-8DD2-4DC2-9614-F81E43146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236" y="5010150"/>
            <a:ext cx="5140389" cy="103189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B4DD98-6ADB-4EF7-989A-D94258B78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236" y="1015943"/>
            <a:ext cx="5140389" cy="174630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769925-1B03-45DD-BF2E-FF3018DDE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236" y="3106698"/>
            <a:ext cx="3530664" cy="162722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B3147-545C-4BED-A955-2FE4EEBCC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338" y="3193971"/>
            <a:ext cx="4222811" cy="284807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9079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Threat Intelligence Brandefense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Intelligence Brandefense Report</dc:title>
  <dc:creator>Anish Chand Rajender</dc:creator>
  <cp:lastModifiedBy>Anish Chand Rajender</cp:lastModifiedBy>
  <cp:revision>1</cp:revision>
  <dcterms:created xsi:type="dcterms:W3CDTF">2026-06-17T17:25:51Z</dcterms:created>
  <dcterms:modified xsi:type="dcterms:W3CDTF">2026-06-17T17:26:38Z</dcterms:modified>
</cp:coreProperties>
</file>